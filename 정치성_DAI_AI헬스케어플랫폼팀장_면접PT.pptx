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INTERVIEW PRESENTATION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29514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</a:rPr>
              <a:t>대표 프로젝트 성과와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5FD0EE"/>
                </a:solidFill>
                <a:latin typeface="맑은 고딕"/>
                <a:ea typeface="맑은 고딕"/>
              </a:rPr>
              <a:t>DAI 플랫폼 구축 기여 방안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7CEE4"/>
                </a:solidFill>
                <a:latin typeface="맑은 고딕"/>
                <a:ea typeface="맑은 고딕"/>
              </a:rPr>
              <a:t>AI 헬스케어 플랫폼 팀장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10789920" cy="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560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</a:rPr>
              <a:t>정치성   </a:t>
            </a:r>
            <a:r>
              <a:rPr sz="1900" b="0">
                <a:solidFill>
                  <a:srgbClr val="9AA4C6"/>
                </a:solidFill>
                <a:latin typeface="맑은 고딕"/>
                <a:ea typeface="맑은 고딕"/>
              </a:rPr>
              <a:t>· 2026.09.16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40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94B8"/>
                </a:solidFill>
                <a:latin typeface="맑은 고딕"/>
                <a:ea typeface="맑은 고딕"/>
              </a:rPr>
              <a:t>사용자와 현장의 문제를 제품과 운영의 개선으로 연결해 온 경험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2026 · 임원 면접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핵심 역량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복잡한 요구를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서비스 정책과 업무 흐름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구체화하고, 팀의 실행으로 연결해 왔습니다.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경험 · 도메인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사용자가 완료할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현장의 처리 업무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무엇을 증명하나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15768"/>
            <a:ext cx="10789920" cy="0"/>
          </a:xfrm>
          <a:prstGeom prst="bentConnector3">
            <a:avLst/>
          </a:prstGeom>
          <a:ln w="20320">
            <a:solidFill>
              <a:srgbClr val="171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2928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굿리치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보험 · 인슈어테크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52928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보험분석을 위한 상담신청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52928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상담 활용 정보의 품질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3035808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전환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602736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602736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THK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장기요양 · 돌봄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02736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수급자 자격·구매 정보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02736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주문·직배송의 확인과 예외 처리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3785616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운영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52544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52544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더베스트페이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병원 원무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352544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예약·조회·수납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52544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EMR 연동과 기관별 요구 조율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4535424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2352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2352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코나아이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지역화폐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102352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지역화폐·카드 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02352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3개 팀 요청의 우선순위·실행 관리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95560" y="5285232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조직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5852160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601675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제품의 세부 내용을 이해하면서, 여러 조직의 실행을 함께 챙길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01 · 굿리치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보험분석 상담신청 페이지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전환율 20%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페이지 수정 전 대비, 해당 페이지의 상담신청 전환율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>
                <a:solidFill>
                  <a:srgbClr val="0C6D8C"/>
                </a:solidFill>
                <a:latin typeface="맑은 고딕"/>
                <a:ea typeface="맑은 고딕"/>
              </a:rPr>
              <a:t>20</a:t>
            </a:r>
            <a:r>
              <a:rPr sz="7800" b="1">
                <a:solidFill>
                  <a:srgbClr val="7C8299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51760"/>
            <a:ext cx="86868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75887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보험분석 상담신청 페이지</a:t>
            </a:r>
            <a:r>
              <a:rPr sz="1450" b="0">
                <a:solidFill>
                  <a:srgbClr val="171A2E"/>
                </a:solidFill>
                <a:latin typeface="맑은 고딕"/>
                <a:ea typeface="맑은 고딕"/>
              </a:rPr>
              <a:t>의 상담신청 전환율, 수정 전 대비 개선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48056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55371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55371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상담신청 과정의 반복 확인 단계가 고객 부담·이탈 요인으로 작용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98348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05663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056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반복 부담을 확인하고, 해당 확인 단계와 신청 흐름을 개선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54864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555955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5955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수정 반영 후 해당 페이지 상담신청 전환율 기존 대비 20% 개선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" y="598932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606247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함께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06247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설계사 클레임 비율을 함께 점검 — 상담 활용 정보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8600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신청 과정 개념도 · 실제 화면 아님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6974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4728" y="28163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7C8299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4728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67728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66760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22792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5792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21824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이탈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4728" y="37124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4A"/>
                </a:solidFill>
                <a:latin typeface="맑은 고딕"/>
                <a:ea typeface="맑은 고딕"/>
              </a:rPr>
              <a:t>반복 확인 단계가 고객 부담을 키워 이탈로 이어짐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2976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4728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0C6D8C"/>
                </a:solidFill>
                <a:latin typeface="맑은 고딕"/>
                <a:ea typeface="맑은 고딕"/>
              </a:rPr>
              <a:t>개선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전환율 ▲ 20% 개선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24928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80960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확인 단계 간소화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81160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37192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상담신청 완료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반복 확인 부담을 줄여 신청 완료 흐름을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전후 전환율 절대값은 미제공되어 표기하지 않음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02 · THK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직배송 확인 업무를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시스템으로 구조화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일일 처리업무 약 6시간 → 약 2시간 · 고물량 제조사 적용 구간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5146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2606040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0604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재고 미보유 주문의 수기 확인과 제조사와의 개별 연락 · 주문 진행·예외 확인에 업무 집중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355848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447288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본인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47288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주문 상태와 처리 흐름을 정리하고, 담당 업무·예외 처리를 관리자 시스템에 반영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197096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4288536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88536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제조사별 운영 여건에 맞춰 적용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129784"/>
            <a:ext cx="4572000" cy="9144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129784"/>
            <a:ext cx="54864" cy="914400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약 30</a:t>
            </a: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23951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40">
                <a:solidFill>
                  <a:srgbClr val="7C8299"/>
                </a:solidFill>
                <a:latin typeface="맑은 고딕"/>
                <a:ea typeface="맑은 고딕"/>
              </a:rPr>
              <a:t>보조 근거 · 수급자 조회·관리 기능 이용률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수급자 자격·급여 기준·구매 가능 정보 조회·관리 기능을 함께 </a:t>
            </a:r>
            <a:r>
              <a:rPr sz="1300" b="1">
                <a:solidFill>
                  <a:srgbClr val="171A2E"/>
                </a:solidFill>
                <a:latin typeface="맑은 고딕"/>
                <a:ea typeface="맑은 고딕"/>
              </a:rPr>
              <a:t>고도화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3317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일일 처리업무 시간 비교 · 고물량 제조사 적용 구간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2697480"/>
            <a:ext cx="585216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28803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A9AEC2"/>
                </a:solidFill>
                <a:latin typeface="맑은 고딕"/>
                <a:ea typeface="맑은 고딕"/>
              </a:rPr>
              <a:t>단위 : 하루 처리업무 시간(h) · 동일 척도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383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수기 확인 중심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36499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B6B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6시간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41605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시스템 구조화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142232"/>
            <a:ext cx="1341120" cy="56692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2시간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7880" y="4983480"/>
            <a:ext cx="53035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97880" y="5120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범위 : 고물량 제조사 적용 구간의 일일 처리업무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고물량 제조사 적용 구간 한정 · 전사 생산성 아님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03 · 병원 원무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EMR API와 환자 이용 흐름을 연결한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원무 서비스 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환자 이용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예약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0332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도착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1228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조회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6676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수납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9748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84378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889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원무 모바일 서비스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환자 이용 흐름 · 운영 확인 · 예외 처리 고려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기존 API 연동 (수행)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30168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7764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721608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기존 EMR API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업체가 제공하는 데이터·기능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0682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원무 절차 기반 기능 검토·조율 (수행)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62856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7091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654296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병원 원무 절차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병원·EMR사·개발조직 요구사항 조율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697480"/>
            <a:ext cx="3703320" cy="2542032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 w="1778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880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7C8299"/>
                </a:solidFill>
                <a:latin typeface="맑은 고딕"/>
                <a:ea typeface="맑은 고딕"/>
              </a:rPr>
              <a:t>제안 · 검토 (수행 아님)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37560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반복 기능의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공통화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병원 공통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통합 플랫폼 방향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0">
                <a:solidFill>
                  <a:srgbClr val="7C8299"/>
                </a:solidFill>
                <a:latin typeface="맑은 고딕"/>
                <a:ea typeface="맑은 고딕"/>
              </a:rPr>
              <a:t>— 완성한 성과가 아니라, 검토·제안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57784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3F57"/>
                </a:solidFill>
                <a:latin typeface="맑은 고딕"/>
                <a:ea typeface="맑은 고딕"/>
              </a:rPr>
              <a:t>▢ 수행 경험 — 기존 API 기반 기획·조율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▨ 제안 · 검토 — 공통화·통합 방향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4632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4632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병원별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기관마다 요구사항이 다름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8660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8660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EMR 업체별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제공 데이터·기능이 상이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2688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2688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추가 개발·협의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협의·비용이 별도로 필요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통합 플랫폼은 제안·검토 단계(구현 완료 아님)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04 · 코나아이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여러 사업의 요청을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우선순위와 팀별 책임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FD0EE"/>
                </a:solidFill>
                <a:latin typeface="맑은 고딕"/>
                <a:ea typeface="맑은 고딕"/>
              </a:rPr>
              <a:t>본인 · 팀장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3개 팀 운영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33832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2FAFC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35021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코나카드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5295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직접 겸직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40690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41879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지역화폐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2153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4754880"/>
            <a:ext cx="33832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8737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모빌리티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901184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우선순위 판단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외부와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합의한 일정·약속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법률·운영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위험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여러 요청을 함께 해결할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과제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실행 관리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868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868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업무 배분과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백로그 정리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목적·KPI ↔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상세기획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Figma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기반 산출물 공유·협업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74920"/>
            <a:ext cx="10789920" cy="841248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  DAI 적용   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어려운 요구가 생기면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범위·일정·내부 인력·외부 협업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의 선택안을 비교하고, 경영진 판단이 필요한 사안에는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추천안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AI 활용 · 적용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AI로 요구사항을 구체화하고,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적용 효과와 운영 품질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을 함께 검토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7C8299"/>
                </a:solidFill>
                <a:latin typeface="맑은 고딕"/>
                <a:ea typeface="맑은 고딕"/>
              </a:rPr>
              <a:t>지금까지 · 수행 경험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AI로 초안을 빠르게 만든다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4838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· 기능정의 ·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프로토타입 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39410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8862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테스트 데이터를 연결한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작동 프로토타입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43982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사내 운영 업무의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도구화 ·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0C6D8C"/>
                </a:solidFill>
                <a:latin typeface="맑은 고딕"/>
                <a:ea typeface="맑은 고딕"/>
              </a:rPr>
              <a:t>DAI · 서비스 적용 기준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정식 적용은 이렇게 판단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438144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40156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사용자·운영 문제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를 개선하는가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22192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78561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결과의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오류·누락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어떻게 확인하는가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206240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6966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상황에서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사람이 검토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하는가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90288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데이터·연동·보안·운영 비용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감당할 수 있는가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120640"/>
            <a:ext cx="64008" cy="9144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30368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예시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5230368"/>
            <a:ext cx="8961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정보 요약 기능이라면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처리시간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중요 정보 누락 여부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를 함께 평가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7C8299"/>
                </a:solidFill>
                <a:latin typeface="맑은 고딕"/>
                <a:ea typeface="맑은 고딕"/>
              </a:rPr>
              <a:t>향후 접근법입니다. 실제 의료 AI 성과가 아니며, 임상·규제는 전문가와 함께합니다.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단계별 접근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사업 목표와 실행 조건에 따라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검증하고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사업 · 현장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사용자·도입 결정자·비용 부담 주체는 누구인가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기존 사업·데이터·계약·운영 조건은 무엇인가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해결할 문제와 기대 성과 합의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8328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우선 과제 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고객 영향과 사업 효과는 어느 쪽이 큰가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데이터·개발·운영 가능성은 충분한가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38328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우선순위와 개발 범위 제안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8076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불확실성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수요·연동·AI 품질·운영 중 핵심 불확실성은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인터뷰·프로토타입·기술 검토·실증 중 무엇이 적합한가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8076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진행 · 범위 수정 · 보류 판단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4108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77824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구축 · 개선 · 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이용과 운영 결과는 어떠한가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공통 활용 가능한 기능·운영 기준은 무엇인가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7824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77824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보완 · 확대 여부 결정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54681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←  검증 결과에 따라 앞 단계로 되돌아갈 수 있고, 이미 검증된 부분은 이어받습니다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806440"/>
            <a:ext cx="10789920" cy="457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   경영진에게는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선택의 근거와 추천안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을, 실행 조직에는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명확한 범위와 판단 기준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806440"/>
            <a:ext cx="64008" cy="4572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특정 기간·매출·출시 약속은 두지 않음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첫 검증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먼저 증명할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두 가지 실행 가설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공개된 그룹 자산과 제 경험에서 좁힌 </a:t>
            </a:r>
            <a:r>
              <a:rPr sz="140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입니다. 확정 계획이 아니라, 입사 후 함께 검증할 출발점으로 제안합니다.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5330952" cy="3063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330952" cy="841248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85416"/>
            <a:ext cx="4873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가설 A · 환자 경험 연결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진단·모니터링·관리를  하나의 환자 여정으로 잇는다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026664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3026664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접점이 지금은 따로 쓰인다.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측정·해석·다음 행동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이 한 여정으로 이어지면 측정 지속·후속 연결이 좋아진다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3538728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그룹은 진단·모니터링·관리 접점(닥터눈·하이카디·케어센스에어)을 이미 갖고 있다.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이를 잇는 경험은 아직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050792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050792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만성질환자 일부 대상,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두 접점을 먼저 연결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해 측정 지속·행동 연결 관측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4544568"/>
            <a:ext cx="5221224" cy="521207"/>
          </a:xfrm>
          <a:prstGeom prst="rect">
            <a:avLst/>
          </a:prstGeom>
          <a:solidFill>
            <a:srgbClr val="E7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617720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성공·중단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08576"/>
            <a:ext cx="3913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측정 지속·행동 연결↑ + 안전 인시던트 0 + 동의·규제 통과</a:t>
            </a:r>
            <a:r>
              <a:rPr sz="1350" b="0">
                <a:solidFill>
                  <a:srgbClr val="171A2E"/>
                </a:solidFill>
                <a:latin typeface="맑은 고딕"/>
                <a:ea typeface="맑은 고딕"/>
              </a:rPr>
              <a:t> → 확장 / 미달 → 축소·보류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2057400"/>
            <a:ext cx="5330952" cy="3063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2057400"/>
            <a:ext cx="5330952" cy="841248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185416"/>
            <a:ext cx="4873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가설 B · 데이터 플라이휠(RWD)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여정에서 쌓인 데이터를  표준화해 개선에 재사용한다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26664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3026664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접점에서 쌓이는 데이터를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표준 형식으로 모으면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, 다음 개선과 근거 마련에 다시 쓸 수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538728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538728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접점이 따로 돌면 데이터도 흩어진다.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표준을 맞춰 모아야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 다시 쓸 수 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50792"/>
            <a:ext cx="868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33488" y="4050792"/>
            <a:ext cx="3867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한 여정에서 </a:t>
            </a: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최소 공통 데이터 표준</a:t>
            </a:r>
            <a:r>
              <a:rPr sz="1400" b="0">
                <a:solidFill>
                  <a:srgbClr val="3A3F57"/>
                </a:solidFill>
                <a:latin typeface="맑은 고딕"/>
                <a:ea typeface="맑은 고딕"/>
              </a:rPr>
              <a:t>(동의·항목·포맷)을 정하고, 모아서 다시 쓰는 과정을 작은 범위로 시험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9632" y="4544568"/>
            <a:ext cx="5221224" cy="521207"/>
          </a:xfrm>
          <a:prstGeom prst="rect">
            <a:avLst/>
          </a:prstGeom>
          <a:solidFill>
            <a:srgbClr val="E7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617720"/>
            <a:ext cx="868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성공·중단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3488" y="4608576"/>
            <a:ext cx="39136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데이터 완결성·재사용 가능성 확인 + 동의·보안·규제 통과</a:t>
            </a:r>
            <a:r>
              <a:rPr sz="1350" b="0">
                <a:solidFill>
                  <a:srgbClr val="171A2E"/>
                </a:solidFill>
                <a:latin typeface="맑은 고딕"/>
                <a:ea typeface="맑은 고딕"/>
              </a:rPr>
              <a:t> → 확대 / 미달 → 표준 범위 재조정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713232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   확정된 계획이 아니라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입사 후 살펴보며 정할 가설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입니다. 데이터는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환자 동의와 보안·규제 범위 안에서만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 씁니다.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257800"/>
            <a:ext cx="64008" cy="713232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공개 자산 기반 검증 가설(확정 아님) · 특정 환자 데이터 권한 확보 가정 안 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CLOSING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8366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0116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DAI의 사업 과제를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5FD0EE"/>
                </a:solidFill>
                <a:latin typeface="맑은 고딕"/>
                <a:ea typeface="맑은 고딕"/>
              </a:rPr>
              <a:t>제품과 운영</a:t>
            </a: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으로 구체화하겠습니다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01 ·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사용자 행동과 사업 전환을 함께 본 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4223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511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02 ·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현장 업무와 외부 시스템을 연결한 경험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54112" y="3977639"/>
            <a:ext cx="0" cy="86868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3699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50">
                <a:solidFill>
                  <a:srgbClr val="5FD0EE"/>
                </a:solidFill>
                <a:latin typeface="맑은 고딕"/>
                <a:ea typeface="맑은 고딕"/>
              </a:rPr>
              <a:t>03 ·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434340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7EBF6"/>
                </a:solidFill>
                <a:latin typeface="맑은 고딕"/>
                <a:ea typeface="맑은 고딕"/>
              </a:rPr>
              <a:t>우선순위를 정하고 여러 팀의 실행을 이끈 경험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필요한 전문성과 협업하며, </a:t>
            </a: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판단의 근거와 실행 결과를 끝까지 설명</a:t>
            </a: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하는 팀장이 되겠습니다.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감사합니다. 질문 부탁드립니다.  ·  정치성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